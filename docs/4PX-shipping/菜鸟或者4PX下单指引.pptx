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0" r:id="rId3"/>
    <p:sldId id="258" r:id="rId4"/>
    <p:sldId id="259" r:id="rId5"/>
    <p:sldId id="266" r:id="rId6"/>
    <p:sldId id="260" r:id="rId7"/>
    <p:sldId id="261" r:id="rId8"/>
    <p:sldId id="267" r:id="rId9"/>
    <p:sldId id="268" r:id="rId10"/>
    <p:sldId id="262" r:id="rId11"/>
    <p:sldId id="263" r:id="rId12"/>
    <p:sldId id="264" r:id="rId13"/>
    <p:sldId id="265" r:id="rId14"/>
    <p:sldId id="294" r:id="rId1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D89A00B-2DF3-429D-B5F1-3C0552F887D2}">
          <p14:sldIdLst>
            <p14:sldId id="256"/>
            <p14:sldId id="270"/>
            <p14:sldId id="258"/>
            <p14:sldId id="259"/>
            <p14:sldId id="266"/>
          </p14:sldIdLst>
        </p14:section>
        <p14:section name="无标题节" id="{DAB9AEC0-E79C-42C4-AE1F-2D2E33C58BBF}">
          <p14:sldIdLst>
            <p14:sldId id="260"/>
            <p14:sldId id="261"/>
            <p14:sldId id="267"/>
            <p14:sldId id="268"/>
            <p14:sldId id="262"/>
            <p14:sldId id="263"/>
            <p14:sldId id="264"/>
            <p14:sldId id="265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92020" y="644525"/>
            <a:ext cx="7937500" cy="105029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第一步：注册菜鸟或者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4PX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账号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182495"/>
            <a:ext cx="9144000" cy="3856990"/>
          </a:xfrm>
        </p:spPr>
        <p:txBody>
          <a:bodyPr>
            <a:normAutofit/>
          </a:bodyPr>
          <a:lstStyle/>
          <a:p>
            <a:r>
              <a:rPr lang="zh-CN" altLang="en-US" dirty="0"/>
              <a:t>使用以下链接注册一个</a:t>
            </a:r>
            <a:r>
              <a:rPr lang="en-US" altLang="zh-CN" dirty="0"/>
              <a:t>4PX</a:t>
            </a:r>
            <a:r>
              <a:rPr lang="zh-CN" altLang="en-US" dirty="0"/>
              <a:t>发货账号：</a:t>
            </a:r>
          </a:p>
          <a:p>
            <a:r>
              <a:rPr lang="en-US" altLang="zh-CN" dirty="0"/>
              <a:t>https://user.4px.com/user/register?salesId=30736249</a:t>
            </a:r>
            <a:br>
              <a:rPr lang="en-US" altLang="zh-CN" dirty="0"/>
            </a:br>
            <a:r>
              <a:rPr lang="en-US" altLang="zh-CN" dirty="0">
                <a:highlight>
                  <a:srgbClr val="FFFF00"/>
                </a:highlight>
              </a:rPr>
              <a:t>4PX</a:t>
            </a:r>
            <a:r>
              <a:rPr lang="zh-CN" altLang="en-US" dirty="0">
                <a:highlight>
                  <a:srgbClr val="FFFF00"/>
                </a:highlight>
              </a:rPr>
              <a:t>后台网址：</a:t>
            </a:r>
            <a:r>
              <a:rPr lang="en-US" altLang="zh-CN" dirty="0">
                <a:highlight>
                  <a:srgbClr val="FFFF00"/>
                </a:highlight>
              </a:rPr>
              <a:t>https://b.4px.com/dist/</a:t>
            </a:r>
          </a:p>
          <a:p>
            <a:r>
              <a:rPr lang="zh-CN" altLang="en-US" dirty="0"/>
              <a:t>使用以下链接注册一个菜鸟发货账号：</a:t>
            </a:r>
          </a:p>
          <a:p>
            <a:r>
              <a:rPr lang="en-US" altLang="zh-CN" dirty="0"/>
              <a:t>https://user.4px.com/user/register_u?salesId=30736249</a:t>
            </a:r>
            <a:endParaRPr lang="zh-CN" altLang="en-US" dirty="0"/>
          </a:p>
          <a:p>
            <a:r>
              <a:rPr lang="zh-CN" altLang="en-US" dirty="0">
                <a:highlight>
                  <a:srgbClr val="FFFF00"/>
                </a:highlight>
              </a:rPr>
              <a:t>菜鸟后台网址：</a:t>
            </a:r>
            <a:r>
              <a:rPr lang="en-US" altLang="zh-CN" dirty="0">
                <a:highlight>
                  <a:srgbClr val="FFFF00"/>
                </a:highlight>
              </a:rPr>
              <a:t>https://sso-cn.4px.com/login_u?service=https://cainiao.4px.com/cas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可扫码添加客户经理：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C1B9CB-E730-4698-A4E2-AF42F8D2A4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305" y="1835983"/>
            <a:ext cx="1779389" cy="3856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如何填写申报价值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3825"/>
            <a:ext cx="10515600" cy="5091430"/>
          </a:xfrm>
        </p:spPr>
        <p:txBody>
          <a:bodyPr>
            <a:normAutofit fontScale="92500" lnSpcReduction="10000"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美国</a:t>
            </a:r>
            <a:r>
              <a:rPr lang="en-US" altLang="zh-CN" sz="2000" dirty="0"/>
              <a:t>1.01-248</a:t>
            </a:r>
            <a:r>
              <a:rPr lang="zh-CN" altLang="en-US" sz="2000" dirty="0"/>
              <a:t>美金，不可低于</a:t>
            </a:r>
            <a:r>
              <a:rPr lang="en-US" altLang="zh-CN" sz="2000" dirty="0"/>
              <a:t>1.01USD</a:t>
            </a:r>
            <a:r>
              <a:rPr lang="zh-CN" altLang="en-US" sz="2000" dirty="0"/>
              <a:t>，按实际货值申报，需要按照申报价值预收</a:t>
            </a:r>
            <a:r>
              <a:rPr lang="en-US" altLang="zh-CN" sz="2000" dirty="0"/>
              <a:t>25%</a:t>
            </a:r>
            <a:r>
              <a:rPr lang="zh-CN" altLang="en-US" sz="2000" dirty="0"/>
              <a:t>关税。</a:t>
            </a:r>
          </a:p>
          <a:p>
            <a:endParaRPr lang="zh-CN" altLang="en-US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欧洲：销售价值不超</a:t>
            </a:r>
            <a:r>
              <a:rPr lang="en-US" altLang="zh-CN" sz="2000" dirty="0"/>
              <a:t>150USD</a:t>
            </a:r>
            <a:r>
              <a:rPr lang="zh-CN" altLang="en-US" sz="2000" dirty="0"/>
              <a:t>的订单，请如实申报并填写自己平台的</a:t>
            </a:r>
            <a:r>
              <a:rPr lang="en-US" altLang="zh-CN" sz="2000" dirty="0"/>
              <a:t>IOSS</a:t>
            </a:r>
            <a:r>
              <a:rPr lang="zh-CN" altLang="en-US" sz="2000" dirty="0"/>
              <a:t>。（切忌不要低申报）</a:t>
            </a:r>
          </a:p>
          <a:p>
            <a:r>
              <a:rPr lang="zh-CN" altLang="en-US" sz="1800" b="1" dirty="0">
                <a:highlight>
                  <a:srgbClr val="FFFF00"/>
                </a:highlight>
              </a:rPr>
              <a:t>瑞士比较特殊，申报不得超过</a:t>
            </a:r>
            <a:r>
              <a:rPr lang="en-US" altLang="zh-CN" sz="1800" b="1" dirty="0">
                <a:highlight>
                  <a:srgbClr val="FFFF00"/>
                </a:highlight>
              </a:rPr>
              <a:t>69USD</a:t>
            </a:r>
            <a:r>
              <a:rPr lang="zh-CN" altLang="en-US" sz="1800" b="1" dirty="0">
                <a:highlight>
                  <a:srgbClr val="FFFF00"/>
                </a:highlight>
              </a:rPr>
              <a:t>（销售价值超过</a:t>
            </a:r>
            <a:r>
              <a:rPr lang="en-US" altLang="zh-CN" sz="1800" b="1" dirty="0">
                <a:highlight>
                  <a:srgbClr val="FFFF00"/>
                </a:highlight>
              </a:rPr>
              <a:t>69USD</a:t>
            </a:r>
            <a:r>
              <a:rPr lang="zh-CN" altLang="en-US" sz="1800" b="1" dirty="0">
                <a:highlight>
                  <a:srgbClr val="FFFF00"/>
                </a:highlight>
              </a:rPr>
              <a:t>的建议申报</a:t>
            </a:r>
            <a:r>
              <a:rPr lang="en-US" altLang="zh-CN" sz="1800" b="1" dirty="0">
                <a:highlight>
                  <a:srgbClr val="FFFF00"/>
                </a:highlight>
              </a:rPr>
              <a:t>20-30USD</a:t>
            </a:r>
            <a:r>
              <a:rPr lang="zh-CN" altLang="en-US" sz="1800" b="1" dirty="0">
                <a:highlight>
                  <a:srgbClr val="FFFF00"/>
                </a:highlight>
              </a:rPr>
              <a:t>左右）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endParaRPr lang="zh-CN" altLang="en-US" sz="12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加拿大申报</a:t>
            </a:r>
            <a:r>
              <a:rPr lang="en-US" altLang="zh-CN" sz="2000" dirty="0"/>
              <a:t>14USD</a:t>
            </a:r>
            <a:r>
              <a:rPr lang="zh-CN" altLang="en-US" sz="2000" dirty="0"/>
              <a:t>以下，超了</a:t>
            </a:r>
            <a:r>
              <a:rPr lang="en-US" altLang="zh-CN" sz="2000" dirty="0"/>
              <a:t>14USD</a:t>
            </a:r>
            <a:r>
              <a:rPr lang="zh-CN" altLang="en-US" sz="2000" dirty="0"/>
              <a:t>需要支付</a:t>
            </a:r>
            <a:r>
              <a:rPr lang="en-US" altLang="zh-CN" sz="2000" dirty="0"/>
              <a:t>18%</a:t>
            </a:r>
            <a:r>
              <a:rPr lang="zh-CN" altLang="en-US" sz="2000" dirty="0"/>
              <a:t>关税</a:t>
            </a:r>
          </a:p>
          <a:p>
            <a:endParaRPr lang="zh-CN" altLang="en-US" sz="20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澳大利亚：</a:t>
            </a:r>
            <a:r>
              <a:rPr lang="en-US" altLang="zh-CN" sz="2000" dirty="0"/>
              <a:t>1000</a:t>
            </a:r>
            <a:r>
              <a:rPr lang="zh-CN" altLang="en-US" sz="2000" dirty="0"/>
              <a:t>澳币的免税额，建议如实申报</a:t>
            </a:r>
          </a:p>
          <a:p>
            <a:endParaRPr lang="zh-CN" altLang="en-US" sz="2000" dirty="0"/>
          </a:p>
          <a:p>
            <a:r>
              <a:rPr lang="en-US" altLang="zh-CN" sz="2000" dirty="0"/>
              <a:t>5.</a:t>
            </a:r>
            <a:r>
              <a:rPr lang="zh-CN" altLang="en-US" sz="2000" dirty="0"/>
              <a:t>以色列：</a:t>
            </a:r>
            <a:r>
              <a:rPr lang="en-US" altLang="zh-CN" sz="2000" dirty="0"/>
              <a:t>130USD</a:t>
            </a:r>
            <a:r>
              <a:rPr lang="zh-CN" altLang="en-US" sz="2000" dirty="0"/>
              <a:t>以内免税。</a:t>
            </a:r>
          </a:p>
          <a:p>
            <a:endParaRPr lang="zh-CN" altLang="en-US" sz="2000" dirty="0"/>
          </a:p>
          <a:p>
            <a:r>
              <a:rPr lang="en-US" altLang="zh-CN" sz="2000" dirty="0"/>
              <a:t>6.</a:t>
            </a:r>
            <a:r>
              <a:rPr lang="zh-CN" altLang="en-US" sz="2000" dirty="0"/>
              <a:t>新西兰：</a:t>
            </a:r>
            <a:r>
              <a:rPr lang="en-US" altLang="zh-CN" sz="2000" dirty="0"/>
              <a:t>700USD</a:t>
            </a:r>
            <a:r>
              <a:rPr lang="zh-CN" altLang="en-US" sz="2000" dirty="0"/>
              <a:t>以内免税</a:t>
            </a:r>
            <a:r>
              <a:rPr lang="en-US" altLang="zh-CN" sz="2000" dirty="0"/>
              <a:t> 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（其他国家申报请查看价格表，都有详细说明，发货前一定啊仔细查阅价格表</a:t>
            </a:r>
          </a:p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申报限制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第三步：下单并打印标签</a:t>
            </a:r>
          </a:p>
        </p:txBody>
      </p:sp>
      <p:pic>
        <p:nvPicPr>
          <p:cNvPr id="4" name="内容占位符 3" descr="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9990" y="1602740"/>
            <a:ext cx="9356090" cy="45745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0510" y="6309360"/>
            <a:ext cx="11194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highlight>
                  <a:srgbClr val="FFFF00"/>
                </a:highlight>
              </a:rPr>
              <a:t>智能识别地址仅供参考，请自己核对地址是否填写完整！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045" y="508000"/>
            <a:ext cx="113690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0410" y="80010"/>
            <a:ext cx="10515600" cy="1325563"/>
          </a:xfrm>
        </p:spPr>
        <p:txBody>
          <a:bodyPr/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如何打印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4PX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标签？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410" y="1405890"/>
            <a:ext cx="10050780" cy="40462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5310" y="6014720"/>
            <a:ext cx="10062210" cy="455295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txBody>
          <a:bodyPr wrap="square" rtlCol="0">
            <a:noAutofit/>
          </a:bodyPr>
          <a:lstStyle/>
          <a:p>
            <a:r>
              <a:rPr lang="zh-CN" altLang="en-US" b="1"/>
              <a:t>这个标签打印出来，贴在打包好的包裹上。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第四步：预充值</a:t>
            </a:r>
          </a:p>
        </p:txBody>
      </p:sp>
      <p:pic>
        <p:nvPicPr>
          <p:cNvPr id="4" name="内容占位符 3" descr="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55" y="1576705"/>
            <a:ext cx="11193145" cy="5146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17475"/>
            <a:ext cx="10515600" cy="1325563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第五步：揽收组包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07745" y="5907405"/>
            <a:ext cx="11085195" cy="855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highlight>
                  <a:srgbClr val="FFFF00"/>
                </a:highlight>
              </a:rPr>
              <a:t>1.</a:t>
            </a:r>
            <a:r>
              <a:rPr lang="zh-CN" altLang="en-US">
                <a:highlight>
                  <a:srgbClr val="FFFF00"/>
                </a:highlight>
              </a:rPr>
              <a:t>揽收组包，新建组包</a:t>
            </a:r>
          </a:p>
          <a:p>
            <a:endParaRPr lang="zh-CN" altLang="en-US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2.</a:t>
            </a:r>
            <a:r>
              <a:rPr lang="zh-CN" altLang="en-US">
                <a:highlight>
                  <a:srgbClr val="FFFF00"/>
                </a:highlight>
              </a:rPr>
              <a:t>查询是否在揽收范围内：</a:t>
            </a:r>
            <a:r>
              <a:rPr lang="en-US" altLang="zh-CN">
                <a:highlight>
                  <a:srgbClr val="FFFF00"/>
                </a:highlight>
              </a:rPr>
              <a:t>https://b.4px.com/dist/helpDetails?code=195405T814026158&amp;titicode=FNZ_0_3_1_7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4E3C79-CDB6-42B8-AEFC-99541593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9" y="1168253"/>
            <a:ext cx="10616665" cy="46392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交货注意事项：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6605" y="1454150"/>
            <a:ext cx="10515600" cy="4588510"/>
          </a:xfrm>
        </p:spPr>
        <p:txBody>
          <a:bodyPr/>
          <a:lstStyle/>
          <a:p>
            <a:endParaRPr lang="en-US" altLang="zh-CN" sz="2000"/>
          </a:p>
          <a:p>
            <a:r>
              <a:rPr lang="en-US" altLang="zh-CN" sz="2000"/>
              <a:t>1.</a:t>
            </a:r>
            <a:r>
              <a:rPr lang="zh-CN" altLang="en-US" sz="2000"/>
              <a:t>需要每个包裹装在</a:t>
            </a:r>
            <a:r>
              <a:rPr lang="zh-CN" altLang="en-US" sz="2000">
                <a:highlight>
                  <a:srgbClr val="FFFF00"/>
                </a:highlight>
              </a:rPr>
              <a:t>不透明（无中文）</a:t>
            </a:r>
            <a:r>
              <a:rPr lang="zh-CN" altLang="en-US" sz="2000"/>
              <a:t>的袋子或盒子里，贴上</a:t>
            </a:r>
            <a:r>
              <a:rPr lang="en-US" altLang="zh-CN" sz="2000"/>
              <a:t>4PX</a:t>
            </a:r>
            <a:r>
              <a:rPr lang="zh-CN" altLang="en-US" sz="2000"/>
              <a:t>面单。</a:t>
            </a:r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需要打印揽收预约单，贴在大包（装小包裹的袋子或者箱子）上，方便的话可以打印联邮通优先操作的标签贴在大包上，这样到仓库可以优先操作。</a:t>
            </a:r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3.</a:t>
            </a:r>
            <a:r>
              <a:rPr lang="zh-CN" altLang="en-US" sz="2000"/>
              <a:t>填写</a:t>
            </a:r>
            <a:r>
              <a:rPr lang="en-US" altLang="zh-CN" sz="2000"/>
              <a:t>4PX</a:t>
            </a:r>
            <a:r>
              <a:rPr lang="zh-CN" altLang="en-US" sz="2000"/>
              <a:t>交接清单给司机签名留底。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交接清单如何填写？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40" y="1898015"/>
            <a:ext cx="5217795" cy="4598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835" y="2048510"/>
            <a:ext cx="5303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170" y="128270"/>
            <a:ext cx="10515600" cy="98615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*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快递到仓：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5338445"/>
          </a:xfrm>
        </p:spPr>
        <p:txBody>
          <a:bodyPr>
            <a:normAutofit fontScale="87500" lnSpcReduction="10000"/>
          </a:bodyPr>
          <a:lstStyle/>
          <a:p>
            <a:endParaRPr lang="zh-CN" altLang="en-US" dirty="0"/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需要自己打包（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没有中文的袋子或者盒子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）好贴好菜鸟或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4PX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的面单，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再套一个袋子或者额外的箱子。</a:t>
            </a:r>
          </a:p>
          <a:p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贴国内快递面单，寄到以下地址：</a:t>
            </a:r>
          </a:p>
          <a:p>
            <a:endParaRPr lang="zh-CN" altLang="en-US" dirty="0"/>
          </a:p>
          <a:p>
            <a:r>
              <a:rPr lang="zh-CN" altLang="en-US" sz="2000" dirty="0">
                <a:highlight>
                  <a:srgbClr val="FFFF00"/>
                </a:highlight>
              </a:rPr>
              <a:t>广东省东莞市沙田镇东莞市沙田镇沿河路</a:t>
            </a:r>
            <a:r>
              <a:rPr lang="en-US" altLang="zh-CN" sz="2000" dirty="0">
                <a:highlight>
                  <a:srgbClr val="FFFF00"/>
                </a:highlight>
              </a:rPr>
              <a:t>281</a:t>
            </a:r>
            <a:r>
              <a:rPr lang="zh-CN" altLang="en-US" sz="2000" dirty="0">
                <a:highlight>
                  <a:srgbClr val="FFFF00"/>
                </a:highlight>
              </a:rPr>
              <a:t>号第一产业集团东莞沙田物流园</a:t>
            </a:r>
            <a:r>
              <a:rPr lang="en-US" altLang="zh-CN" sz="2000" dirty="0">
                <a:highlight>
                  <a:srgbClr val="FFFF00"/>
                </a:highlight>
              </a:rPr>
              <a:t>3</a:t>
            </a:r>
            <a:r>
              <a:rPr lang="zh-CN" altLang="en-US" sz="2000" dirty="0">
                <a:highlight>
                  <a:srgbClr val="FFFF00"/>
                </a:highlight>
              </a:rPr>
              <a:t>号库</a:t>
            </a:r>
            <a:r>
              <a:rPr lang="en-US" altLang="zh-CN" sz="2000" dirty="0">
                <a:highlight>
                  <a:srgbClr val="FFFF00"/>
                </a:highlight>
              </a:rPr>
              <a:t>6</a:t>
            </a:r>
            <a:r>
              <a:rPr lang="zh-CN" altLang="en-US" sz="2000" dirty="0">
                <a:highlight>
                  <a:srgbClr val="FFFF00"/>
                </a:highlight>
              </a:rPr>
              <a:t>号卸货</a:t>
            </a:r>
          </a:p>
          <a:p>
            <a:r>
              <a:rPr lang="zh-CN" altLang="en-US" sz="2000" dirty="0">
                <a:highlight>
                  <a:srgbClr val="FFFF00"/>
                </a:highlight>
              </a:rPr>
              <a:t>台（东莞</a:t>
            </a:r>
            <a:r>
              <a:rPr lang="en-US" altLang="zh-CN" sz="2000" dirty="0">
                <a:highlight>
                  <a:srgbClr val="FFFF00"/>
                </a:highlight>
              </a:rPr>
              <a:t>3</a:t>
            </a:r>
            <a:r>
              <a:rPr lang="zh-CN" altLang="en-US" sz="2000" dirty="0">
                <a:highlight>
                  <a:srgbClr val="FFFF00"/>
                </a:highlight>
              </a:rPr>
              <a:t>号仓）</a:t>
            </a:r>
          </a:p>
          <a:p>
            <a:endParaRPr lang="zh-CN" altLang="en-US" sz="2000" dirty="0">
              <a:highlight>
                <a:srgbClr val="FFFF00"/>
              </a:highlight>
            </a:endParaRPr>
          </a:p>
          <a:p>
            <a:r>
              <a:rPr lang="zh-CN" altLang="en-US" sz="2000" dirty="0">
                <a:highlight>
                  <a:srgbClr val="FFFF00"/>
                </a:highlight>
              </a:rPr>
              <a:t>联系人：关希颜</a:t>
            </a:r>
          </a:p>
          <a:p>
            <a:endParaRPr lang="zh-CN" altLang="en-US" sz="2000" dirty="0">
              <a:highlight>
                <a:srgbClr val="FFFF00"/>
              </a:highlight>
            </a:endParaRPr>
          </a:p>
          <a:p>
            <a:r>
              <a:rPr lang="zh-CN" altLang="en-US" sz="2000" dirty="0">
                <a:highlight>
                  <a:srgbClr val="FFFF00"/>
                </a:highlight>
              </a:rPr>
              <a:t>联系电话：</a:t>
            </a:r>
            <a:r>
              <a:rPr lang="en-US" altLang="zh-CN" sz="2000" dirty="0">
                <a:highlight>
                  <a:srgbClr val="FFFF00"/>
                </a:highlight>
              </a:rPr>
              <a:t>17840977696</a:t>
            </a:r>
          </a:p>
          <a:p>
            <a:endParaRPr lang="en-US" altLang="zh-CN" sz="2000" dirty="0">
              <a:highlight>
                <a:srgbClr val="FFFF00"/>
              </a:highlight>
            </a:endParaRPr>
          </a:p>
          <a:p>
            <a:r>
              <a:rPr lang="zh-CN" altLang="en-US" sz="2000" dirty="0">
                <a:highlight>
                  <a:srgbClr val="FFFF00"/>
                </a:highlight>
              </a:rPr>
              <a:t>工作时间：周一至周日</a:t>
            </a:r>
            <a:r>
              <a:rPr lang="en-US" altLang="zh-CN" sz="2000" dirty="0">
                <a:highlight>
                  <a:srgbClr val="FFFF00"/>
                </a:highlight>
              </a:rPr>
              <a:t>8:00-17:30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常用渠道简介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837565" y="1514475"/>
            <a:ext cx="10760710" cy="5135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74325" cy="95694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第六步：查件路径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375" y="1495425"/>
            <a:ext cx="8930005" cy="43516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6082665"/>
            <a:ext cx="10328910" cy="774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highlight>
                  <a:srgbClr val="FFFF00"/>
                </a:highlight>
              </a:rPr>
              <a:t>有异常件查询时可以在上图的位置上联系我们在线客服，直发，需要输入三次：人工客服，即可描述问题给客服。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15195" y="1802765"/>
            <a:ext cx="2314575" cy="10763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客服工作时间：</a:t>
            </a:r>
          </a:p>
          <a:p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周一至周六</a:t>
            </a:r>
          </a:p>
          <a:p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上午</a:t>
            </a:r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9:00-12:00</a:t>
            </a:r>
          </a:p>
          <a:p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下午：</a:t>
            </a:r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13:30-18:30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第七步：如何填写单号及查询末端服务商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691005"/>
            <a:ext cx="10857865" cy="34023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6425" y="5547995"/>
            <a:ext cx="10854690" cy="107823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方法</a:t>
            </a:r>
            <a:r>
              <a:rPr lang="en-US" altLang="zh-CN" sz="2800" dirty="0"/>
              <a:t>1</a:t>
            </a:r>
            <a:r>
              <a:rPr lang="zh-CN" altLang="en-US" sz="2800" dirty="0"/>
              <a:t>：我的订单，已出库，服务商单号，点轨迹，就会显示该单号的服务商和服务商的联系方式。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950" y="395605"/>
            <a:ext cx="11232515" cy="5151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8950" y="5858510"/>
            <a:ext cx="10760710" cy="9239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 rtlCol="0">
            <a:noAutofit/>
          </a:bodyPr>
          <a:lstStyle/>
          <a:p>
            <a:r>
              <a:rPr lang="zh-CN" altLang="en-US" sz="2800"/>
              <a:t>方法</a:t>
            </a:r>
            <a:r>
              <a:rPr lang="en-US" altLang="zh-CN" sz="2800"/>
              <a:t>2</a:t>
            </a:r>
            <a:r>
              <a:rPr lang="zh-CN" altLang="en-US" sz="2800"/>
              <a:t>：点击后台在线咨询，直发，对话框上点击：末端服务商电话，发送服务商单号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88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663</Words>
  <Application>Microsoft Office PowerPoint</Application>
  <PresentationFormat>宽屏</PresentationFormat>
  <Paragraphs>66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Calibri</vt:lpstr>
      <vt:lpstr>WPS</vt:lpstr>
      <vt:lpstr>第一步：注册菜鸟或者4PX账号</vt:lpstr>
      <vt:lpstr>如何填写申报价值?</vt:lpstr>
      <vt:lpstr>第三步：下单并打印标签</vt:lpstr>
      <vt:lpstr>PowerPoint 演示文稿</vt:lpstr>
      <vt:lpstr>如何打印4PX标签？</vt:lpstr>
      <vt:lpstr>第四步：预充值</vt:lpstr>
      <vt:lpstr>第五步：揽收组包</vt:lpstr>
      <vt:lpstr>交货注意事项：</vt:lpstr>
      <vt:lpstr>交接清单如何填写？</vt:lpstr>
      <vt:lpstr>*快递到仓：</vt:lpstr>
      <vt:lpstr>常用渠道简介</vt:lpstr>
      <vt:lpstr>第六步：查件路径</vt:lpstr>
      <vt:lpstr>第七步：如何填写单号及查询末端服务商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第一步：注册菜鸟或者4PX账号</dc:title>
  <dc:creator>S14129</dc:creator>
  <cp:lastModifiedBy>xw</cp:lastModifiedBy>
  <cp:revision>50</cp:revision>
  <dcterms:created xsi:type="dcterms:W3CDTF">2023-08-09T12:44:00Z</dcterms:created>
  <dcterms:modified xsi:type="dcterms:W3CDTF">2026-07-10T06:08:25Z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417C2DDDC29449FD92DA49EE2F29DE23_13</vt:lpwstr>
  </property>
  <property fmtid="{D5CDD505-2E9C-101B-9397-08002B2CF9AE}" pid="3" name="KSOProductBuildVer">
    <vt:lpwstr>2052-12.1.0.23125</vt:lpwstr>
  </property>
</Properties>
</file>